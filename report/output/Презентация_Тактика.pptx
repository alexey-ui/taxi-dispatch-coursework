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 тему. До сдачи заполнить данные автора и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 секунд: акцент на настройке и эксплуатации, бизнес-функции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30 секунд. Не утверждать знание закрытого стека коммерческих аналогов.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30 секунд. Объяснить осмысленную роль каждого компонента.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35 секунд. Внешний вход только web; общий SQL и ограниченные Redis-сигналы.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35 секунд. Блокировки и уникальный индекс запрещают двойное назначение; отказ возвращает поиск.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50 секунд. Показать карту, сценарии и события. При живом показе проследить один заказ.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35 секунд. Успешный run 40655602805; облачная ВМ пока не развёрнута.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 секунд. Ссылка на исходники: github.com/Alexey-UI/taxi-dispatch-coursework.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Настройка и администрирование системы такси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Система автоматической обработки и распределения заказов «Тактика»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Дисциплина: Настройка и администрирование сервисного ПО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Студент: __________________   Группа: __________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Руководитель: __________________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МИНОБРНАУКИ РОССИИ · РТУ МИРЭА · ИТ · ИиППО · Москва,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Разработать и настроить воспроизводимый стенд распределения заказов.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Выбор ближайшего водителя, отказы, тайм-ауты и целостность состояния.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Контейнеризация, кластер, сеть и автоматизированная доставка.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Проверка штатных сценариев, восстановления и работающие инструкции.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Анализ предметной области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Такси-Мастер: комплексные роли и правила распределения.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Яндекс Про: автоматический подбор с учётом требований и приоритета.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Учебная модель: доступность + класс + расстояние; явные переходы.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Граница: синтетический город, без оплаты и дорожного графа.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Технологический комплекс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Go: HTTP API и отдельный dispatcher. JavaScript: интерфейс.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Node.js: воспроизводимые сценарии и движение автомобилей.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PostgreSQL: источник истины. Redis: ускоряющее уведомление.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Nginx · Docker Compose · K3s/k3d · Helm · GitHub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Структура и взаимодействие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452" y="1280160"/>
            <a:ext cx="955279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Распределение и жизненный цикл</a:t>
            </a:r>
          </a:p>
        </p:txBody>
      </p:sp>
      <p:pic>
        <p:nvPicPr>
          <p:cNvPr id="3" name="Picture 2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452" y="1280160"/>
            <a:ext cx="955279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Демонстрация работающей системы</a:t>
            </a:r>
          </a:p>
        </p:txBody>
      </p:sp>
      <p:pic>
        <p:nvPicPr>
          <p:cNvPr id="3" name="Picture 2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022" y="1280160"/>
            <a:ext cx="440765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CI/CD: реальная проверка доставки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452" y="1280160"/>
            <a:ext cx="955279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213321"/>
                </a:solidFill>
              </a:defRPr>
            </a:pPr>
            <a:r>
              <a:t>Результаты и границы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Шесть компонентов Compose; кластер из трёх локальных узлов.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Проверены два dispatcher, отказы, тайм-ауты и работа без Redis.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Подтверждены восстановление API-подов и SQL-дампа.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CI/CD выполнен; образы опубликованы для amd64 и arm64.</a:t>
            </a:r>
          </a:p>
          <a:p>
            <a:pPr>
              <a:spcAft>
                <a:spcPts val="2200"/>
              </a:spcAft>
              <a:defRPr sz="2300">
                <a:solidFill>
                  <a:srgbClr val="33442D"/>
                </a:solidFill>
              </a:defRPr>
            </a:pPr>
            <a:r>
              <a:t>Ограничения: одиночная БД и хост. Домен/HTTPS подготовлены к облаку.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РТУ МИРЭА · Тактика · 2026                                                             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